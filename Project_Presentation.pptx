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AI-POWERED SUPPLY CHAIN DISRUPTION ASSISTANT</a:t>
            </a:r>
          </a:p>
          <a:p>
            <a:pPr>
              <a:spcAft>
                <a:spcPts val="3000"/>
              </a:spcAft>
              <a:defRPr sz="1800">
                <a:solidFill>
                  <a:srgbClr val="06B6D4"/>
                </a:solidFill>
                <a:latin typeface="Arial"/>
              </a:defRPr>
            </a:pPr>
            <a:r>
              <a:t>Evidence-Based Decision Support with Hybrid RAG, Multi-Node Agent Workflows, and Predictive Machine Learning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Capstone Project Submission  |  Chainwise  |  FastAPI • React/Vite • ChromaDB • LangGraph • scikit-learn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The Cost of Supply Chain Disruption &amp; Operational Blindspots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346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Operational Vulnerability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Modern supply chains are globally distributed, fragile, and exposed to frequent shocks.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Common disruptions include Factory Incidents, Port Congestion, Cyber Attacks, and Natural Disasters.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Average full recovery times often exceed 60+ days without immediate mitigation.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Operations teams routinely face multi-million dollar revenue losses during peak triage.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45920"/>
            <a:ext cx="28346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Decision-Making Bottlenecks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Incident response decisions are frequently made under high stress with incomplete situational data.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Prior disruption incident post-mortems remain trapped in disconnected archives.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Lack of empirical benchmarking leads to unvetted trial-and-error mitigation choices.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No fast, localized mechanism to compare recovery outcomes across response strategies.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45920"/>
            <a:ext cx="29260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The Solution Imperative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Need for an intelligent, evidence-grounded assistant for rapid incident triage.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Real-time historical precedent retrieval matching exact supplier attributes.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Predictive ML estimates of expected financial loss and production downtime.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What-if simulation comparing strategic mitigation options before capital commitment.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BUSINESS NEED &amp;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Core Business Objectives &amp; High-Impact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Rapid Triage Acceleration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Compress incident triage from several hours to under 3 seconds per disruption.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Instant automatic classification of severity and priority level across 5 critical tiers.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Multi-factor resilience profiling highlighting supplier redundancy vulnerabilities.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Strict Evidence Grounding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Zero hallucinated mitigation strategies: all recommendations require &gt;= 3 historical precedents.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Validation node verifies proposed responses against empirical candidate sets.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Automatic human-review flag whenever historical evidence is sparse or ambiguous.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6634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Predictive Impact Quantification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Four trained Random Forest estimators predict production impact %, financial loss, recovery days, and supplier change.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Feature importance transparency highlights specific severity and supplier drivers.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Quantified confidence intervals guide operational budgeting and insurance reporting.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114800"/>
            <a:ext cx="47548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Strategic What-If Simulation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Side-by-side comparison of 4 mitigation strategies: Alternative Supplier, Expedited Shipping, Inventory Buffer, Rerouting.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Empirical historical recovery times, production impacts, and financial losses.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Actionable analysis of strategic advantages, disadvantages, and operational trade-offs.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ARCHITECTURE &amp;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End-to-End System Architecture &amp;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346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1. Offline Preparation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CSV Source: 100,000 cases &amp; 15 attributes.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Data Inspection &amp; Cleaning: Validates bounds, deduplicates keys, checks data types.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Relational Ingestion: Batch load into MySQL 8 with indexed query columns.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Vector Indexing: Sentence Transformers (bge-small-en-v1.5) -&gt; ChromaDB.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Lexical Indexing: BM25 tokenizer over rendered narrative case documents.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ML Training: 4 Random Forest estimators trained on 70k/15k/15k splits.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45920"/>
            <a:ext cx="28346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2. Online Runtime Flow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Client: React 18 + Vite UI submits incident facts over REST API.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API Gateway: FastAPI validates schemas via Pydantic; checks Bearer tokens.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Hybrid Retrieval: ChromaDB cosine search + BM25 keyword score (0.7 / 0.3 weights).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LangGraph Orchestration: 10-node sequential state machine processes context.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Predictive Inference: Scikit-learn estimators generate expected impacts.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Synthesis: Gemini LLM formats grounded response; deterministic fallback if offline.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45920"/>
            <a:ext cx="29260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3. Post-Analysis Services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What-If Simulation Engine: Evaluates 4 candidate mitigation responses.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Supplier Risk Intelligence: Aggregates risk distributions across industry and tier.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RAGAS Quality Assessment: Computes online faithfulness and relevancy.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Feedback &amp; Drift Monitoring: Tracks MAE of actual vs. predicted outcomes.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Audit Logging: Stores complete inputs, outputs, and provider latency in MySQL.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100,000-Record Dataset Profile &amp; Preprocessing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Dataset Architecture &amp; Schema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Volume: Exactly 100,000 records across 15 structured attributes.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Identification: Unique disruption IDs (DIS-000001 to DIS-100000).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Disruption Types: Factory Incident, Cyber Attack, Port Congestion, Labor Strike, Geopolitical, Natural Disaster.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Industries: Pharmaceuticals, Electronics, Consumer Goods, Automotive, Aerospace.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Supplier Dimensions: Tier (1-4), Region (5 global regions), Size (Large, Medium, Small), Backup Supplier (Boolean).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Operational Outcomes: Production impact % (1-100), Revenue loss ($10k-$373M), Response time (1-64d), Full recovery (8-798d), Permanent supplier change (Boolean).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Rigorous Preprocessing &amp; Integrity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Automated Inspection: scripts/inspect_dataset.py profiles types, nulls, duplicates, and ranges.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Zero Missing Values: Confirmed 0 null cells across all 1.5 million data points.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Deduplication: Verified 0 duplicate rows and 0 collision IDs.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Strict Boundary Enforcement: Rejects severity outside [1, 5], impact outside [0, 100], and negative financial/time values.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Text Normalization: Trims strings, parses boolean variants, and formats uniform casing.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Single-Case Document Rendering: Tabular rows converted into rich textual documents avoiding cross-chunk data fracture.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HYBRID RAG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Two-Stage Hybrid Retrieval &amp; Semantic Grounding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346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ChromaDB Vector Retrieval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Model: BAAI/bge-small-en-v1.5 (384 dimensions, normalized).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High MTEB benchmark performance in compact class.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Cosine distance metric converted to bounded similarity: 1 - (dist / 2).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Captures nuanced semantic intent (e.g. 'semiconductor bottleneck' ~ 'microchip delay').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Stored locally in backend/data/chroma collection.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45920"/>
            <a:ext cx="28346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BM25 Lexical Keyword Search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Exact-term tokenization over rendered case narratives.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Preserves critical keywords (e.g. specific tier numbers, regional ports).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Normalized relative to max score in candidate pool.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Complements vector retrieval by preventing semantic drift on exact codes.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45920"/>
            <a:ext cx="29260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Weighted Fusion &amp; SQL Filtering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Fused Score: 0.7 * Semantic + 0.3 * BM25.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Configurable weighting in application settings.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Hard SQL metadata filtering: enforces industry, region, tier, backup status constraints.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Returns top-K cases enriched with true MySQL outcome records.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Provides empirical basis for recommendation confidence.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AGENT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Deterministic 10-Node LangGraph Decision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Sequential Node Execution (1 - 5)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1. classify: Categorizes event severity, maps operational domain, assigns triage priority.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2. investigate: Formulates structured search filters and queries from incident facts.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3. retrieve: Calls HybridRetriever to gather matching precedents from Chroma &amp; BM25.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4. predict: Executes the 4 scikit-learn models to estimate impact, loss, and duration.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5. response_analysis: Groups retrieved precedents by response type and computes median outcomes.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Sequential Node Execution (6 - 10)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6. recovery_analysis: Computes recovery duration distributions and interquartile ranges.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7. resilience_analysis: Evaluates supplier tier depth and redundancy to calculate 0-100 resilience score.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8. priority: Calculates overarching priority score based on severity and impact percentiles.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9. recommendation: Synthesizes evidence-grounded strategy via Gemini LLM or deterministic fallback.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10. validate: Asserts evidence sufficiency (&gt;= 3 cases) and verifies response exists in precedents; flags human review if unvetted.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PREDICTIVE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Trained Machine Learning Models &amp; Held-Out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Production Impact (%) Regressor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Algorithm: Random Forest Regressor (evaluated on 15,000 held-out test rows).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Metrics: MAE = 7.99 percentage points | RMSE = 9.92 | R² = 0.684.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Top Features: Disruption severity, supplier size, backup supplier availability.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Financial Loss (USD) Regressor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Algorithm: Random Forest Regressor (evaluated on 15,000 held-out test rows).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Metrics: MAE = $1,774,595 | RMSE = $4,419,908 | R² = 0.374.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Reflects real-world wide variance in industrial loss magnitudes.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6634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Full Recovery Duration (Days) Regressor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Algorithm: Random Forest Regressor (evaluated on 15,000 held-out test rows).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Metrics: MAE = 31.74 days | RMSE = 45.21 days | R² = 0.369.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Captures nonlinear relationship between supplier tier depth and recovery timeline.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114800"/>
            <a:ext cx="47548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Permanent Supplier Change Classifier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Algorithm: Random Forest Classifier (evaluated on 15,000 held-out test rows).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Metrics: Accuracy = 0.640 | ROC-AUC = 0.635 | Recall = 0.507 | F1 = 0.401.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Predicts operational likelihood of complete supplier relationship termination.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ADVANCED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Advanced Features: What-If Simulator &amp; Supplier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What-If Disruption Simulator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Comparative Response Evaluation: Side-by-side analysis of Alternative Supplier, Expedited Shipping, Inventory Buffer, and Production Rerouting.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Empirical Grounding: Calculates historical recovery days, production impact %, and financial loss for each option from matching cases.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Multi-Factor Scoring: Assigns effectiveness scores and highlights advantages, disadvantages, and operational trade-offs.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Preferred Strategy Recommendation: Automatically highlights recommended strategy with explicit rationale.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Statistical Integrity: Clearly distinguishes empirical historical statistics from predictive ML estimates.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Supplier Risk Intelligence Dashboard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Multi-Factor Vulnerability Scoring: Computes composite risk scores incorporating tier, region, industry, and disruption history.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Interactive Risk Visualizations: Risk distribution doughnut charts (Critical, High, Medium, Low), vulnerability by industry, and regional risk indices.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Backup Supplier Redundancy Tracking: Highlights critical gaps in backup coverage across tiers.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Prioritized Risk Segments: Ranks high-risk supplier cohorts for proactive supplier auditing.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Filterable Analytics: Interactive filtering by region, tier, industry, and severity.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SECURITY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Enterprise Security, Authentication &amp; Data Isolation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346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Authentication &amp; Passwords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scrypt Password Hashing: State-of-the-art key derivation with per-user cryptographic salt.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Client-Side Usability: Show/Hide password toggle icon on Sign In and Sign Up screens.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Bearer Session Tokens: 64-character cryptographically random opaque tokens.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Session Lifecycle: Automatic 24-hour expiration and immediate logout revocation.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45920"/>
            <a:ext cx="28346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Database Security &amp; Storage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Hashed Session Storage: Bearer tokens stored in MySQL exclusively as SHA-256 hashes.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Database Breach Protection: Compromise of MySQL cannot yield active session tokens.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User-Isolated Scope: All analysis sessions, history, and feedback strictly partitioned by user_id.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Cascading Deletions: User history cleanup cascades cleanly through linked tables.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45920"/>
            <a:ext cx="29260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Defensive Guardrails &amp; Secrets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Prompt Injection Protection: Regex guardrails block system prompt extraction and override patterns.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Environment Isolation: Sensitive credentials strictly stored in root .env, excluded via .gitignore.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Controlled DB Error Handler: FastAPI exception handler catches SQLAlchemy errors without leaking stack traces.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CORS Whitelisting: Strict allowed origin restrictions for browser security.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End-to-End Demonstration Walkthrough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346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1. Event Ingestion &amp; Profiling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Operator inputs natural language disruption description and event attributes.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System validates input facts and assesses initial severity level.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Displays real-time Analyzed Event Profile card with clear badge hierarchy.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45920"/>
            <a:ext cx="28346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2. Instant Hybrid Analysis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HybridRetriever surfaces top-10 historically comparable disruption cases.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Predictive ML cards display expected production impact, financial loss, and recovery days.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Evidence cards display median historical recovery outcomes for each strategy.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45920"/>
            <a:ext cx="29260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3. Simulation &amp; Feedback Loop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Operator activates What-If Simulator to explore alternative mitigation trade-offs.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Inspects RAGAS faithfulness and answer relevancy scores for audit quality.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Submits real-world outcome feedback; system tracks MAE drift for model retraining.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EVALUATION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Evaluation Summary, Technical Challenges &amp; Key Learnings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346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Evaluation Summary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Held-Out ML Verification: 70k/15k/15k train/validation/test split on 100k rows.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Production impact model achieves strong R² = 0.684 with MAE of 7.99 percentage points.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RAGAS Online Quality Assessment validates factual consistency and evidence grounding.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Comprehensive suite of 10 automated test cases with 100% pass rate.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45920"/>
            <a:ext cx="28346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Challenges &amp; Resolutions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ChromaDB Startup Latency: Solved by moving index initialization to background daemon thread.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LLM Hallucinations: Eliminated by enforcing validation against retrieved candidate sets.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Provider Outages: Built resilient 3-tier cascade (Gemini -&gt; OpenRouter -&gt; Deterministic).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45920"/>
            <a:ext cx="29260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Key Learnings &amp; Future Work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Hybrid search consistently outperforms isolated dense or sparse retrieval in tabular domains.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Empirical historical statistics provide operators greater trust than pure generative predictions.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Future Roadmap: Real-time AIS port telematics integration and automated model retraining triggers.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